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C177D-9E7E-5941-92B7-52FF0ECCB323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DCC4A2-EFD7-E54C-AEC3-C5905A3CC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82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 back is inaccurate </a:t>
            </a:r>
          </a:p>
          <a:p>
            <a:r>
              <a:rPr lang="en-US" dirty="0"/>
              <a:t>Ai is giving feed back for offensive  player not </a:t>
            </a:r>
            <a:r>
              <a:rPr lang="en-US" dirty="0" err="1"/>
              <a:t>db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CC4A2-EFD7-E54C-AEC3-C5905A3CC9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10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DCC4A2-EFD7-E54C-AEC3-C5905A3CC9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63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3E3EE-DC95-6394-D10A-FCE3785343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E506A1-CCAE-0BD6-5463-76D32A1E9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21A9B-20C1-0DDD-0549-BAACDB17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D5DD0-A92E-D9B9-6798-73D1DEBBD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2490F-DF04-171E-F95E-6840A86A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34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D45F-8D3E-EA93-CA75-C66CFACC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A4DC2-E9AC-61B9-0D6C-59FF246EA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9A8FD-6445-CAEF-5337-2E5C8E86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8EA41-BDA0-FA0B-600E-6B88576C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9C764-5170-33CA-F42E-CA4A865B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93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17ED-3C31-0903-FD55-9F76C8792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97539-AF42-E5AC-3D8B-43505BA8E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B9BBD-9245-8AF1-F7E6-BAEDDF45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270E-56D6-C50C-6E34-C9399C259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3627F-E98F-8DE3-EA77-9F347ECCA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5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E46A-8D7E-BC99-25FA-7AD4A5C9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30EB5-842C-CB41-90A8-6A09BBAF1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0E0EEE-15AE-0A0C-71CA-7868CD58E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C3AD6-CD26-2CC9-5B5C-7D9902BA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E5CAC-210F-657D-7A12-9D5A465AF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2FEB6-3044-9AED-0235-7E0FD33A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5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0CA52-E814-EF01-C5EC-BB4EB83B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5139A-D77A-2DDC-FBF8-2B7F234A8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0EB49-6AC8-31BD-9AB0-510817455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B62BFB-8457-C0DF-096A-3C504824C0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F1DE38-54A2-F530-BC8C-537011CDC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E51F6B-B5BA-7C8A-D8D6-8D6A672F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365A36-AFB4-4C09-F75E-B361E046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77E639-CDE5-114C-088D-B238F19F8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75B3-C3A9-FC67-A055-6BBE0B684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CD169-206A-39AA-1D73-A2E2FFAD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E7714-FD21-610B-4B20-05710D8E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3EBAB-B62B-1D30-60A5-4F376D99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07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5CEDD-2848-094E-CFF8-DCCE67B6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5D4EE-9B1C-B69F-E7EC-5D2526D6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327B6-3483-8EC0-F272-544115936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29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7AE8-9BC5-AB25-4238-0DF1849A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648C-B713-D8A6-1BF6-E4118E195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ED774-41FC-9D86-AD10-1924E4013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6C52D-AA8A-3175-A32B-DA69D9F6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36DF8-A281-A04D-0424-2B7F511A2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31037-3787-DE31-A7BA-52A0F78D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45731-6742-A868-8B9C-DAE854B4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B312DB-6D44-5748-69CA-B2C9AD71A9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14971-BBAC-E299-A6DC-8EA75611D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27128-E1B5-12F8-93E3-3A1DBD415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38580-4A10-A1A7-1A06-6E14FD986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83B1C-321F-B13C-E72E-767E7B708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18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FE40-FC5F-967E-2805-72C30BB80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B6333-E935-BF6B-FC19-12BDEE1ED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77C42-FCA1-4FB1-7D1F-CF389AF2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A64F9-2828-E3AA-46D0-33333150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F8C04-85AF-AC01-0F6B-F5F0C4FE0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34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48583-2F73-50B3-AE51-C5F2768F9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64AC2-1992-A8B6-F2AB-59CD61294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1124D-9ED2-B9D7-D470-CD24747F7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2BAC5-E11F-1F59-0C89-C072A2D7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563B7-A052-FF94-DD18-7D3279DF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33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98ABE-6824-DFD3-9831-1C97BF18D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EECA9-3EDF-126D-C8CC-C9FE83179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81DD6-9FBE-AC79-374A-5235BC037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49D8F-F447-E847-8066-0275FB3FA0B1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79C9F-936D-C7DA-D22F-A241C2500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E2E67-444D-1E4D-36A8-0B1F49CE8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3DBB29-8D8E-6940-8E5F-2B6F498AE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5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952AD5-3ED5-85CC-5F3B-F426897B1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00" y="370702"/>
            <a:ext cx="9512314" cy="5733535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6EF8EF-C0A3-52BA-FA03-D68735EF1FE1}"/>
              </a:ext>
            </a:extLst>
          </p:cNvPr>
          <p:cNvSpPr/>
          <p:nvPr/>
        </p:nvSpPr>
        <p:spPr>
          <a:xfrm>
            <a:off x="5053914" y="1056503"/>
            <a:ext cx="2866767" cy="23724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 need an additional field to tell AI what team is the DR Falcons to prevent misreads.  Create a field called jersey color next to team name.  It read correctly but I could see this getting messed up.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664D26-5F8C-1ABE-9A49-C6D8A66D3387}"/>
              </a:ext>
            </a:extLst>
          </p:cNvPr>
          <p:cNvSpPr/>
          <p:nvPr/>
        </p:nvSpPr>
        <p:spPr>
          <a:xfrm>
            <a:off x="8810366" y="4670854"/>
            <a:ext cx="2916195" cy="16558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Who is Duncanville?  AI is giving feedback for QB with eye discipline and then mentions DB which is defense.</a:t>
            </a:r>
          </a:p>
        </p:txBody>
      </p:sp>
    </p:spTree>
    <p:extLst>
      <p:ext uri="{BB962C8B-B14F-4D97-AF65-F5344CB8AC3E}">
        <p14:creationId xmlns:p14="http://schemas.microsoft.com/office/powerpoint/2010/main" val="10268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1F1C54-11EE-69C6-E579-0F22D1B82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47" y="172993"/>
            <a:ext cx="8749295" cy="5273626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379290-B225-9033-2E6B-6E0EB232B54E}"/>
              </a:ext>
            </a:extLst>
          </p:cNvPr>
          <p:cNvSpPr/>
          <p:nvPr/>
        </p:nvSpPr>
        <p:spPr>
          <a:xfrm>
            <a:off x="3447535" y="815546"/>
            <a:ext cx="5449330" cy="7043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would think an A score would be green?  And a bad score would be red?  Below text says Desoto – no clue who that is.  This looks made up.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F16DD4-7239-0CCD-47F7-27455B16F397}"/>
              </a:ext>
            </a:extLst>
          </p:cNvPr>
          <p:cNvSpPr/>
          <p:nvPr/>
        </p:nvSpPr>
        <p:spPr>
          <a:xfrm>
            <a:off x="7846540" y="4213653"/>
            <a:ext cx="3002691" cy="10008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Again here – who is Desoto and Duncanville?  Made up </a:t>
            </a:r>
          </a:p>
        </p:txBody>
      </p:sp>
    </p:spTree>
    <p:extLst>
      <p:ext uri="{BB962C8B-B14F-4D97-AF65-F5344CB8AC3E}">
        <p14:creationId xmlns:p14="http://schemas.microsoft.com/office/powerpoint/2010/main" val="1578725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ABD20A-4943-D51D-80C5-7A8BCE239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10" y="432487"/>
            <a:ext cx="9655818" cy="5820032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446D501-86DE-CFC6-0347-23997AF6903D}"/>
              </a:ext>
            </a:extLst>
          </p:cNvPr>
          <p:cNvSpPr/>
          <p:nvPr/>
        </p:nvSpPr>
        <p:spPr>
          <a:xfrm>
            <a:off x="9202377" y="2113005"/>
            <a:ext cx="2767913" cy="1618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here is all made up.  Ideally we would have a place for a coach to upload a roster to help the AI identify players</a:t>
            </a:r>
          </a:p>
        </p:txBody>
      </p:sp>
    </p:spTree>
    <p:extLst>
      <p:ext uri="{BB962C8B-B14F-4D97-AF65-F5344CB8AC3E}">
        <p14:creationId xmlns:p14="http://schemas.microsoft.com/office/powerpoint/2010/main" val="201393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D39803-28FF-0599-CFF8-0831FA9AF122}"/>
              </a:ext>
            </a:extLst>
          </p:cNvPr>
          <p:cNvSpPr txBox="1"/>
          <p:nvPr/>
        </p:nvSpPr>
        <p:spPr>
          <a:xfrm>
            <a:off x="778475" y="815546"/>
            <a:ext cx="100336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Additional feedback:</a:t>
            </a:r>
          </a:p>
          <a:p>
            <a:endParaRPr lang="en-US" dirty="0"/>
          </a:p>
          <a:p>
            <a:r>
              <a:rPr lang="en-US" dirty="0"/>
              <a:t>When AI is running it says Coach Prime – we can’t say that.  We can say Coach Legend.</a:t>
            </a:r>
          </a:p>
          <a:p>
            <a:endParaRPr lang="en-US" dirty="0"/>
          </a:p>
          <a:p>
            <a:r>
              <a:rPr lang="en-US" dirty="0"/>
              <a:t>We need a way for the player to save to player profile, and coaches should save to coaches profile.  Right now when I toggle off analysis page the analysis disappears which is frustrating.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932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7053</TotalTime>
  <Words>208</Words>
  <Application>Microsoft Macintosh PowerPoint</Application>
  <PresentationFormat>Widescreen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erin yarbough</dc:creator>
  <cp:lastModifiedBy>erin yarbough</cp:lastModifiedBy>
  <cp:revision>3</cp:revision>
  <dcterms:created xsi:type="dcterms:W3CDTF">2026-05-05T23:52:46Z</dcterms:created>
  <dcterms:modified xsi:type="dcterms:W3CDTF">2026-05-10T21:26:27Z</dcterms:modified>
</cp:coreProperties>
</file>